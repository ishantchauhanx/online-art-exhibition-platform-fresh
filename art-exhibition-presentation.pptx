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" y="1905000"/>
            <a:ext cx="8890000" cy="190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2800" b="true">
                <a:solidFill>
                  <a:srgbClr val="404040"/>
                </a:solidFill>
              </a:rPr>
              <a:t>Online Art Exhibition Platform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905000" y="3810000"/>
            <a:ext cx="6350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1800">
                <a:solidFill>
                  <a:srgbClr val="325078"/>
                </a:solidFill>
              </a:rPr>
              <a:t>Guvi / Galgotias University - Java Web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016000" y="508000"/>
            <a:ext cx="889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2400" b="true">
                <a:solidFill>
                  <a:srgbClr val="144678"/>
                </a:solidFill>
              </a:rPr>
              <a:t>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270000" y="1524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Java web application for art gallery management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Role-based access for Admin, Artist, and Enthusiast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Built using Servlets, JDBC, MySQL, JSP, and Bootstrap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016000" y="508000"/>
            <a:ext cx="889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2400" b="true">
                <a:solidFill>
                  <a:srgbClr val="144678"/>
                </a:solidFill>
              </a:rPr>
              <a:t>Core Features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270000" y="1524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User registration and login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Artist artwork upload and dashboard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Gallery browsing and purchase flow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Admin approval workflow and role management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016000" y="508000"/>
            <a:ext cx="889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2400" b="true">
                <a:solidFill>
                  <a:srgbClr val="144678"/>
                </a:solidFill>
              </a:rPr>
              <a:t>Database &amp; Architecture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270000" y="1524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MySQL tables: users, artworks, exhibitions, orders, feedback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MVC pattern using Servlets, DAO classes, and JSP views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Input validation, session management, and exception handling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016000" y="508000"/>
            <a:ext cx="889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2400" b="true">
                <a:solidFill>
                  <a:srgbClr val="144678"/>
                </a:solidFill>
              </a:rPr>
              <a:t>Academic Evaluation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270000" y="1524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Problem understanding and solution design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Core Java concepts and OOP implementation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JDBC integration and servlet/web integration</a:t>
            </a:r>
          </a:p>
          <a:p>
            <a:pPr>
              <a:buFont typeface="Arial"/>
              <a:buChar char="•"/>
            </a:pPr>
            <a:r>
              <a:rPr lang="en-US" sz="1800">
                <a:solidFill>
                  <a:srgbClr val="1E1E1E"/>
                </a:solidFill>
              </a:rPr>
              <a:t>Suitable for midterm project evaluation and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